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1" r:id="master"/>
  </p:sldMasterIdLst>
  <p:sldIdLst>
    <p:sldId id="256" r:id="slide"/>
  </p:sldIdLst>
  <p:sldSz cx="12000000" cy="675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 /><Relationship Id="master" Type="http://schemas.openxmlformats.org/officeDocument/2006/relationships/slideMaster" Target="slideMasters/slideMaster1.xml" 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>
            <p:ph type="body"/>
          </p:nvPr>
        </p:nvSpPr>
        <p:spPr/>
        <p:txBody>
          <a:bodyPr/>
          <a:lstStyle/>
          <a:p>
            <a:r>
              <a:rPr/>
              <a:t>Presenter note</a:t>
            </a:r>
          </a:p>
        </p:txBody>
      </p:sp>
    </p:spTree>
  </p:cSld>
</p:note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 name="Title and image">
    <p:spTree>
      <p:sp>
        <p:nvSpPr>
          <p:cNvPr id="2" name="Text"/>
          <p:cNvSpPr/>
          <p:nvPr>
            <p:ph type="title"/>
          </p:nvPr>
        </p:nvSpPr>
        <p:spPr>
          <a:xfrm>
            <a:off x="1000000" y="500000"/>
            <a:ext cx="8000000" cy="1200000"/>
          </a:xfrm>
        </p:spPr>
        <p:txBody>
          <a:bodyPr/>
          <a:lstStyle/>
          <a:p>
            <a:r>
              <a:rPr/>
              <a:t>Layout placeholder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 /><Relationship Id="theme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accent1"/>
        </a:solidFill>
      </p:bgPr>
    </p:bg>
    <p:spTree>
      <p:sp>
        <p:nvSpPr>
          <p:cNvPr id="2" name="Text"/>
          <p:cNvSpPr/>
          <p:nvPr/>
        </p:nvSpPr>
        <p:spPr>
          <a:xfrm>
            <a:off x="1000000" y="500000"/>
            <a:ext cx="8000000" cy="1200000"/>
          </a:xfrm>
        </p:spPr>
        <p:txBody>
          <a:bodyPr/>
          <a:lstStyle/>
          <a:p>
            <a:r>
              <a:rPr/>
              <a:t>Master logo</a:t>
            </a:r>
          </a:p>
        </p:txBody>
      </p:sp>
    </p:spTree>
  </p:cSld>
  <p:sldLayoutIdLst>
    <p:sldLayoutId id="1" r:id="layout"/>
  </p:sldLayoutIdLst>
  <p:txStyles>
    <p:titleStyle>
      <a:lvl1pPr>
        <a:defRPr sz="3600">
          <a:solidFill>
            <a:srgbClr val="FFFFFF"/>
          </a:solidFill>
        </a:defRPr>
      </a:lvl1pPr>
    </p:titleStyle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 /><Relationship Id="image" Type="http://schemas.openxmlformats.org/officeDocument/2006/relationships/image" Target="../media/test.png" /><Relationship Id="notes" Type="http://schemas.openxmlformats.org/officeDocument/2006/relationships/notesSlide" Target="../notesSlides/notesSlide1.xml" /><Relationship Id="url" Type="http://schemas.openxmlformats.org/officeDocument/2006/relationships/hyperlink" Target="https://example.com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ext"/>
          <p:cNvSpPr/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4B443"/>
                </a:solidFill>
              </a:rPr>
              <a:t>Imported title</a:t>
            </a:r>
          </a:p>
        </p:txBody>
      </p:sp>
      <p:sp>
        <p:nvSpPr>
          <p:cNvPr id="2" name="Text"/>
          <p:cNvSpPr/>
          <p:nvPr/>
        </p:nvSpPr>
        <p:spPr>
          <a:xfrm>
            <a:off x="1000000" y="500000"/>
            <a:ext cx="8000000" cy="1200000"/>
          </a:xfrm>
        </p:spPr>
        <p:txBody>
          <a:bodyPr/>
          <a:lstStyle/>
          <a:p>
            <a:r>
              <a:rPr>
                <a:hlinkClick r:id="url"/>
              </a:rPr>
              <a:t>Safe link</a:t>
            </a:r>
          </a:p>
        </p:txBody>
      </p:sp>
      <p:pic>
        <p:nvPicPr>
          <p:cNvPr id="4" name="Editable image"/>
        </p:nvPicPr>
        <p:blipFill>
          <a:blip r:embed="image"/>
        </p:blipFill>
        <p:spPr>
          <a:xfrm>
            <a:off x="1000000" y="500000"/>
            <a:ext cx="8000000" cy="1200000"/>
          </a:xfrm>
        </p:spPr>
      </p:pic>
    </p:spTree>
  </p:cSld>
</p:sld>
</file>

<file path=ppt/theme/theme1.xml><?xml version="1.0" encoding="utf-8"?>
<a:theme xmlns:a="http://schemas.openxmlformats.org/drawingml/2006/main">
  <a:themeElements>
    <a:clrScheme>
      <a:accent1>
        <a:srgbClr val="123456"/>
      </a:accent1>
    </a:clrScheme>
  </a:themeElements>
</a:theme>
</file>